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6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" y="518160"/>
            <a:ext cx="8920480" cy="3677920"/>
          </a:xfrm>
        </p:spPr>
        <p:txBody>
          <a:bodyPr>
            <a:noAutofit/>
          </a:bodyPr>
          <a:lstStyle/>
          <a:p>
            <a:r>
              <a:rPr lang="en-GB" sz="8000" b="1" dirty="0">
                <a:solidFill>
                  <a:schemeClr val="bg1"/>
                </a:solidFill>
              </a:rPr>
              <a:t>HR Assistant AI</a:t>
            </a:r>
            <a:br>
              <a:rPr lang="en-GB" sz="8000" b="1" dirty="0">
                <a:solidFill>
                  <a:schemeClr val="bg1"/>
                </a:solidFill>
              </a:rPr>
            </a:br>
            <a:r>
              <a:rPr lang="en-GB" sz="8000" b="1" i="1" dirty="0">
                <a:solidFill>
                  <a:schemeClr val="bg1"/>
                </a:solidFill>
              </a:rPr>
              <a:t>AI-powered internal knowledge system</a:t>
            </a:r>
            <a:endParaRPr sz="8000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3040" y="5806440"/>
            <a:ext cx="6400800" cy="939800"/>
          </a:xfrm>
        </p:spPr>
        <p:txBody>
          <a:bodyPr/>
          <a:lstStyle/>
          <a:p>
            <a:r>
              <a:rPr dirty="0" smtClean="0">
                <a:solidFill>
                  <a:schemeClr val="bg1"/>
                </a:solidFill>
              </a:rPr>
              <a:t>Emmanuel </a:t>
            </a:r>
            <a:r>
              <a:rPr dirty="0">
                <a:solidFill>
                  <a:schemeClr val="bg1"/>
                </a:solidFill>
              </a:rPr>
              <a:t>Akaogor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5098"/>
            <a:ext cx="8229600" cy="1734502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The Problem</a:t>
            </a:r>
            <a:endParaRPr sz="72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29561"/>
            <a:ext cx="8229600" cy="3733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dirty="0">
                <a:solidFill>
                  <a:schemeClr val="bg1"/>
                </a:solidFill>
              </a:rPr>
              <a:t>Employees waste time searching for HR information.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HR teams repeat the same answers daily.</a:t>
            </a:r>
            <a:endParaRPr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The Solution </a:t>
            </a:r>
            <a:endParaRPr sz="72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041"/>
            <a:ext cx="8229600" cy="3205480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An AI assistant that instantly answers HR questions using company knowledge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7200" b="1" dirty="0">
                <a:solidFill>
                  <a:schemeClr val="bg1"/>
                </a:solidFill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>
              <a:solidFill>
                <a:schemeClr val="bg1"/>
              </a:solidFill>
            </a:endParaRPr>
          </a:p>
          <a:p>
            <a:r>
              <a:rPr>
                <a:solidFill>
                  <a:schemeClr val="bg1"/>
                </a:solidFill>
              </a:rPr>
              <a:t>Chat-based UI</a:t>
            </a:r>
          </a:p>
          <a:p>
            <a:r>
              <a:rPr>
                <a:solidFill>
                  <a:schemeClr val="bg1"/>
                </a:solidFill>
              </a:rPr>
              <a:t>Google Drive sync</a:t>
            </a:r>
          </a:p>
          <a:p>
            <a:r>
              <a:rPr>
                <a:solidFill>
                  <a:schemeClr val="bg1"/>
                </a:solidFill>
              </a:rPr>
              <a:t>Semantic search (FAISS)</a:t>
            </a:r>
          </a:p>
          <a:p>
            <a:r>
              <a:rPr>
                <a:solidFill>
                  <a:schemeClr val="bg1"/>
                </a:solidFill>
              </a:rPr>
              <a:t>AI-generated answers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System Architecture</a:t>
            </a:r>
            <a:endParaRPr sz="72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Frontend: Streamlit  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↓  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Vector DB: FAISS  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↓  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Model: FLAN-T5  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↓  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Answer Generation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3644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Live System Preview</a:t>
            </a:r>
            <a:endParaRPr sz="7200" b="1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51" y="1524000"/>
            <a:ext cx="8798950" cy="468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26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7200" b="1" dirty="0">
                <a:solidFill>
                  <a:schemeClr val="bg1"/>
                </a:solidFill>
              </a:rP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User → Ask Question  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        ↓  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FAISS → Find Relevant Docs  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        ↓  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FLAN-T5 → Generate Answer  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        ↓  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Response → Display to User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7200" b="1" dirty="0">
                <a:solidFill>
                  <a:schemeClr val="bg1"/>
                </a:solidFill>
              </a:rP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1320"/>
            <a:ext cx="8229600" cy="4525963"/>
          </a:xfrm>
        </p:spPr>
        <p:txBody>
          <a:bodyPr/>
          <a:lstStyle/>
          <a:p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Streamlit (UI)</a:t>
            </a:r>
          </a:p>
          <a:p>
            <a:r>
              <a:rPr dirty="0">
                <a:solidFill>
                  <a:schemeClr val="bg1"/>
                </a:solidFill>
              </a:rPr>
              <a:t>Transformers (FLAN-T5)</a:t>
            </a:r>
          </a:p>
          <a:p>
            <a:r>
              <a:rPr dirty="0" smtClean="0">
                <a:solidFill>
                  <a:schemeClr val="bg1"/>
                </a:solidFill>
              </a:rPr>
              <a:t>LangChain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(Pipeline)</a:t>
            </a:r>
            <a:endParaRPr dirty="0">
              <a:solidFill>
                <a:schemeClr val="bg1"/>
              </a:solidFill>
            </a:endParaRPr>
          </a:p>
          <a:p>
            <a:r>
              <a:rPr dirty="0" smtClean="0">
                <a:solidFill>
                  <a:schemeClr val="bg1"/>
                </a:solidFill>
              </a:rPr>
              <a:t>FAISS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(Search)</a:t>
            </a:r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Google Drive </a:t>
            </a:r>
            <a:r>
              <a:rPr lang="en-US" dirty="0">
                <a:solidFill>
                  <a:schemeClr val="bg1"/>
                </a:solidFill>
              </a:rPr>
              <a:t>(Data)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7200" b="1" dirty="0">
                <a:solidFill>
                  <a:schemeClr val="bg1"/>
                </a:solidFill>
              </a:rPr>
              <a:t>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>
              <a:solidFill>
                <a:schemeClr val="bg1"/>
              </a:solidFill>
            </a:endParaRPr>
          </a:p>
          <a:p>
            <a:r>
              <a:rPr>
                <a:solidFill>
                  <a:schemeClr val="bg1"/>
                </a:solidFill>
              </a:rPr>
              <a:t>Load documents</a:t>
            </a:r>
          </a:p>
          <a:p>
            <a:r>
              <a:rPr>
                <a:solidFill>
                  <a:schemeClr val="bg1"/>
                </a:solidFill>
              </a:rPr>
              <a:t>Split into chunks</a:t>
            </a:r>
          </a:p>
          <a:p>
            <a:r>
              <a:rPr>
                <a:solidFill>
                  <a:schemeClr val="bg1"/>
                </a:solidFill>
              </a:rPr>
              <a:t>Create embeddings</a:t>
            </a:r>
          </a:p>
          <a:p>
            <a:r>
              <a:rPr>
                <a:solidFill>
                  <a:schemeClr val="bg1"/>
                </a:solidFill>
              </a:rPr>
              <a:t>Store in FAISS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7200" b="1" dirty="0">
                <a:solidFill>
                  <a:schemeClr val="bg1"/>
                </a:solidFill>
              </a:rPr>
              <a:t>User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>
              <a:solidFill>
                <a:schemeClr val="bg1"/>
              </a:solidFill>
            </a:endParaRPr>
          </a:p>
          <a:p>
            <a:r>
              <a:rPr>
                <a:solidFill>
                  <a:schemeClr val="bg1"/>
                </a:solidFill>
              </a:rPr>
              <a:t>Employee: Ask questions</a:t>
            </a:r>
          </a:p>
          <a:p>
            <a:r>
              <a:rPr>
                <a:solidFill>
                  <a:schemeClr val="bg1"/>
                </a:solidFill>
              </a:rPr>
              <a:t>Admin: Upload &amp; sync documents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Current Gaps</a:t>
            </a:r>
            <a:endParaRPr sz="6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Depends on document quality</a:t>
            </a:r>
          </a:p>
          <a:p>
            <a:r>
              <a:rPr dirty="0">
                <a:solidFill>
                  <a:schemeClr val="bg1"/>
                </a:solidFill>
              </a:rPr>
              <a:t>No voice yet</a:t>
            </a:r>
          </a:p>
          <a:p>
            <a:r>
              <a:rPr dirty="0">
                <a:solidFill>
                  <a:schemeClr val="bg1"/>
                </a:solidFill>
              </a:rPr>
              <a:t>No authentication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What’s Next (V2)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800" dirty="0">
              <a:solidFill>
                <a:schemeClr val="bg1"/>
              </a:solidFill>
            </a:endParaRPr>
          </a:p>
          <a:p>
            <a:r>
              <a:rPr sz="2800" dirty="0">
                <a:solidFill>
                  <a:schemeClr val="bg1"/>
                </a:solidFill>
              </a:rPr>
              <a:t>Voice interaction</a:t>
            </a:r>
          </a:p>
          <a:p>
            <a:r>
              <a:rPr sz="2800" dirty="0">
                <a:solidFill>
                  <a:schemeClr val="bg1"/>
                </a:solidFill>
              </a:rPr>
              <a:t>Slack / Teams integration</a:t>
            </a:r>
          </a:p>
          <a:p>
            <a:r>
              <a:rPr sz="2800" dirty="0">
                <a:solidFill>
                  <a:schemeClr val="bg1"/>
                </a:solidFill>
              </a:rPr>
              <a:t>Authentication</a:t>
            </a:r>
          </a:p>
          <a:p>
            <a:r>
              <a:rPr sz="2800" dirty="0">
                <a:solidFill>
                  <a:schemeClr val="bg1"/>
                </a:solidFill>
              </a:rPr>
              <a:t>Advanced analytics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7200" b="1" dirty="0" smtClean="0">
                <a:solidFill>
                  <a:schemeClr val="bg1"/>
                </a:solidFill>
              </a:rPr>
              <a:t>Business </a:t>
            </a:r>
            <a:r>
              <a:rPr sz="7200" b="1" dirty="0" smtClean="0">
                <a:solidFill>
                  <a:schemeClr val="bg1"/>
                </a:solidFill>
              </a:rPr>
              <a:t>Impact</a:t>
            </a:r>
            <a:endParaRPr sz="72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r>
              <a:rPr dirty="0" smtClean="0">
                <a:solidFill>
                  <a:schemeClr val="bg1"/>
                </a:solidFill>
              </a:rPr>
              <a:t>Saves </a:t>
            </a:r>
            <a:r>
              <a:rPr dirty="0">
                <a:solidFill>
                  <a:schemeClr val="bg1"/>
                </a:solidFill>
              </a:rPr>
              <a:t>HR time</a:t>
            </a:r>
          </a:p>
          <a:p>
            <a:r>
              <a:rPr dirty="0">
                <a:solidFill>
                  <a:schemeClr val="bg1"/>
                </a:solidFill>
              </a:rPr>
              <a:t>Improves </a:t>
            </a:r>
            <a:r>
              <a:rPr dirty="0" smtClean="0">
                <a:solidFill>
                  <a:schemeClr val="bg1"/>
                </a:solidFill>
              </a:rPr>
              <a:t>efficiency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Reduce HR workload</a:t>
            </a:r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Centralizes </a:t>
            </a:r>
            <a:r>
              <a:rPr dirty="0" smtClean="0">
                <a:solidFill>
                  <a:schemeClr val="bg1"/>
                </a:solidFill>
              </a:rPr>
              <a:t>knowledge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bg1"/>
                </a:solidFill>
              </a:rPr>
              <a:t>HR Assistant AI transforms how organizations access internal knowledge.</a:t>
            </a:r>
            <a:endParaRPr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60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solidFill>
                <a:schemeClr val="bg1"/>
              </a:solidFill>
            </a:endParaRPr>
          </a:p>
          <a:p>
            <a:r>
              <a:rPr dirty="0">
                <a:solidFill>
                  <a:schemeClr val="bg1"/>
                </a:solidFill>
              </a:rPr>
              <a:t>Questions?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201</Words>
  <Application>Microsoft Office PowerPoint</Application>
  <PresentationFormat>On-screen Show (4:3)</PresentationFormat>
  <Paragraphs>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HR Assistant AI AI-powered internal knowledge system</vt:lpstr>
      <vt:lpstr>The Problem</vt:lpstr>
      <vt:lpstr>The Solution </vt:lpstr>
      <vt:lpstr>Key Features</vt:lpstr>
      <vt:lpstr>System Architecture</vt:lpstr>
      <vt:lpstr>Live System Preview</vt:lpstr>
      <vt:lpstr>How It Works</vt:lpstr>
      <vt:lpstr>Tech Stack</vt:lpstr>
      <vt:lpstr>Data Pipeline</vt:lpstr>
      <vt:lpstr>User Modes</vt:lpstr>
      <vt:lpstr>Current Gaps</vt:lpstr>
      <vt:lpstr>What’s Next (V2)</vt:lpstr>
      <vt:lpstr>Business Impact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Assistant AI</dc:title>
  <dc:subject/>
  <dc:creator>Akaogor Emmanuel Ukamaka</dc:creator>
  <cp:keywords/>
  <dc:description/>
  <cp:lastModifiedBy>HP 1030 G2</cp:lastModifiedBy>
  <cp:revision>22</cp:revision>
  <dcterms:created xsi:type="dcterms:W3CDTF">2013-01-27T09:14:16Z</dcterms:created>
  <dcterms:modified xsi:type="dcterms:W3CDTF">2026-04-09T23:00:53Z</dcterms:modified>
  <cp:category/>
</cp:coreProperties>
</file>